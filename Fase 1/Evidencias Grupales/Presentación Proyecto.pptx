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9c2d74d8b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9c2d74d8b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9c2d74d8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9c2d74d8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c2d74d8b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9c2d74d8b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9c2d74d8b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9c2d74d8b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9c2d74d8b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9c2d74d8b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9c2d74d8b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9c2d74d8b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9c2d74d8b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9c2d74d8b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Digitalización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RuthStudioCapilar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302650"/>
            <a:ext cx="3470700" cy="147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Profesor: Reginaldo Salinas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Bruna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Integrantes: Felipe Huentemilla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Héctor Torres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Grupo: 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Descripción del proyecto</a:t>
            </a:r>
            <a:endParaRPr sz="25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154600" y="1307850"/>
            <a:ext cx="7487400" cy="3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/>
              <a:t>Problemática</a:t>
            </a:r>
            <a:r>
              <a:rPr lang="es" sz="1600"/>
              <a:t>: Ineficiencia en la gestión de citas (teléfono/mensajes), provocando pérdida de tiempo, cruce de horarios y dobles reservas.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Falta de Control: La administración carece de herramientas para gestionar al personal de forma eficiente, y los trabajadores no visualizan su agenda del día. 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600"/>
              <a:t>Solución Propuestas:</a:t>
            </a:r>
            <a:endParaRPr sz="1600"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Web responsive con 3 roles: cliente, trabajador y administrador.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Agendamiento según disponibilidad.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Gestión de personal, horarios, notificaciones y reportes.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" sz="1600"/>
              <a:t>Autenticación y permiso según el rol.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/>
              <a:t>Herramientas</a:t>
            </a:r>
            <a:endParaRPr sz="3000"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567550"/>
            <a:ext cx="1794625" cy="116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4300" y="1567550"/>
            <a:ext cx="1209250" cy="1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38525" y="1567550"/>
            <a:ext cx="1264025" cy="1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7525" y="1567550"/>
            <a:ext cx="1371625" cy="1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7500" y="3214725"/>
            <a:ext cx="1431549" cy="12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25325" y="3214725"/>
            <a:ext cx="1318226" cy="12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09900" y="3214725"/>
            <a:ext cx="2279900" cy="126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Factibilidad del proyecto</a:t>
            </a:r>
            <a:endParaRPr sz="2500"/>
          </a:p>
        </p:txBody>
      </p:sp>
      <p:sp>
        <p:nvSpPr>
          <p:cNvPr id="159" name="Google Shape;159;p16"/>
          <p:cNvSpPr txBox="1"/>
          <p:nvPr>
            <p:ph idx="1" type="body"/>
          </p:nvPr>
        </p:nvSpPr>
        <p:spPr>
          <a:xfrm>
            <a:off x="1297500" y="15786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Viabilidad</a:t>
            </a:r>
            <a:r>
              <a:rPr lang="es"/>
              <a:t>:</a:t>
            </a:r>
            <a:r>
              <a:rPr lang="es"/>
              <a:t>El proyecto es completamente factible dentro de las 18 semanas de trabajo establecidas (semestre académico). El equipo posee conocimientos previos en programación y bases de datos, utilizando además tecnologías web accesibles de uso gratuito que cuentan con extensa documentación oficial.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"/>
              <a:t>Identificación y Mitigación de Riesgos :Ante posibles obstáculos técnicos o cruces de horarios entre el equipo, se establecerán un plan  de mitigación consistentes en: realización de pruebas constantes</a:t>
            </a:r>
            <a:r>
              <a:rPr b="1" lang="es"/>
              <a:t>, implementación estricta de control de versiones y reuniones de coordinación periódicas. 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Objetivo</a:t>
            </a:r>
            <a:endParaRPr sz="2500"/>
          </a:p>
        </p:txBody>
      </p:sp>
      <p:sp>
        <p:nvSpPr>
          <p:cNvPr id="165" name="Google Shape;165;p17"/>
          <p:cNvSpPr txBox="1"/>
          <p:nvPr>
            <p:ph idx="1" type="body"/>
          </p:nvPr>
        </p:nvSpPr>
        <p:spPr>
          <a:xfrm>
            <a:off x="1032400" y="1252375"/>
            <a:ext cx="7676400" cy="36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s" sz="1466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Desarrollar un sistema web responsivo para automatizar la gestión de citas de RuthStudioCapilar.</a:t>
            </a:r>
            <a:endParaRPr sz="1466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1443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b="1" lang="es" sz="1415">
                <a:solidFill>
                  <a:srgbClr val="78C3A4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b="1" sz="1415">
              <a:solidFill>
                <a:srgbClr val="78C3A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t/>
            </a:r>
            <a:endParaRPr sz="943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Diseñar una base de datos escalable para usuarios, servicios, citas y horarios.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Implementar autenticación con roles: cliente, trabajador y administrador.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Desarrollar agendamiento con disponibilidad en tiempo real.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Construir panel de administración para trabajadores, comisiones, permisos y reportes.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SzPts val="605"/>
              <a:buNone/>
            </a:pPr>
            <a:r>
              <a:rPr lang="es" sz="1684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• Implementar notificaciones por nuevas citas o cancelaciones.</a:t>
            </a:r>
            <a:endParaRPr sz="1684">
              <a:solidFill>
                <a:srgbClr val="F5F7F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1200"/>
              </a:spcAft>
              <a:buSzPts val="605"/>
              <a:buNone/>
            </a:pPr>
            <a:r>
              <a:t/>
            </a:r>
            <a:endParaRPr sz="915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Metodologías</a:t>
            </a:r>
            <a:endParaRPr sz="2500"/>
          </a:p>
        </p:txBody>
      </p:sp>
      <p:sp>
        <p:nvSpPr>
          <p:cNvPr id="171" name="Google Shape;171;p18"/>
          <p:cNvSpPr txBox="1"/>
          <p:nvPr>
            <p:ph idx="1" type="body"/>
          </p:nvPr>
        </p:nvSpPr>
        <p:spPr>
          <a:xfrm>
            <a:off x="1219725" y="15564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</a:t>
            </a:r>
            <a:r>
              <a:rPr lang="es"/>
              <a:t>nfoque</a:t>
            </a:r>
            <a:r>
              <a:rPr lang="es"/>
              <a:t> Ágil: Implementación de Scrum adaptado a  18 semanas, permitiendo avanzar de forma iterativa y flexible.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Trabajo en Sprints: El núcleo del desarrollo se divide en 4 Sprints que integran de forma simultánea los avances de backend y frontend.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Felipe Huentemilla (Frontend): Encargado del diseño de interfaces para los 3 roles, maquetación responsiva e integración visual.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Héctor Torres (Backend): Responsable de la creación de la base de datos, lógica de negocio, autenticación y algoritmos de agendamiento.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1297500" y="482625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78C3A4"/>
                </a:solidFill>
                <a:latin typeface="Arial"/>
                <a:ea typeface="Arial"/>
                <a:cs typeface="Arial"/>
                <a:sym typeface="Arial"/>
              </a:rPr>
              <a:t>PLAN DE TRABAJO PROPUESTO · 18 SEMANAS</a:t>
            </a:r>
            <a:endParaRPr b="1" sz="2200">
              <a:solidFill>
                <a:srgbClr val="78C3A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177" name="Google Shape;177;p19" title="Captura de pantalla 2026-09-02 2314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7250" y="1549125"/>
            <a:ext cx="2244575" cy="34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title="Captura de pantalla 2026-09-02 23145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1825" y="1549125"/>
            <a:ext cx="2244575" cy="344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title="Captura de pantalla 2026-09-02 23151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66401" y="1549125"/>
            <a:ext cx="2244575" cy="34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500"/>
              <a:t>Conclusión</a:t>
            </a:r>
            <a:endParaRPr sz="2500"/>
          </a:p>
        </p:txBody>
      </p:sp>
      <p:sp>
        <p:nvSpPr>
          <p:cNvPr id="185" name="Google Shape;18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600"/>
              <a:t>Con el proyecto de RuthStudioCapilar buscamos  entregar una solución tecnológica a una necesidad real, aplicando los conocimientos adquiridos durante la carrera. A través del desarrollo de este proyecto esperamos mejorar la organización y gestión del negocio, demostrando cómo la tecnología puede contribuir a optimizar procesos y facilitar el trabajo de sus usuarios.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