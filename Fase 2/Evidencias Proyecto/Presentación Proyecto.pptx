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78a845a540dcaee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78a845a540dcaee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17450" y="1393850"/>
            <a:ext cx="5437200" cy="17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RuthStudioCapilar - Digitalización FASE 2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354025" y="3343525"/>
            <a:ext cx="41475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 </a:t>
            </a:r>
            <a:br>
              <a:rPr lang="es"/>
            </a:br>
            <a:r>
              <a:rPr lang="es"/>
              <a:t>Felipe Huentemilla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Hector Torres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Profesor: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Reginaldo del Carmen Salinas Bruna</a:t>
            </a:r>
            <a:br>
              <a:rPr lang="es"/>
            </a:br>
            <a:r>
              <a:rPr lang="es"/>
              <a:t>Sección</a:t>
            </a:r>
            <a:r>
              <a:rPr lang="es"/>
              <a:t>: 002D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 title="Caso de uso Cliente - trabajad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50" y="96600"/>
            <a:ext cx="7593851" cy="50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