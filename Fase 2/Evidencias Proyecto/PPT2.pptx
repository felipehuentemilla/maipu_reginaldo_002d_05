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78a845a540dcae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78a845a540dcae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78a845a540dcaee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78a845a540dcaee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249194ccbfe871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249194ccbfe871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78a845a540dcaeeb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78a845a540dcaeeb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78a845a540dcaeeb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78a845a540dcaeeb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78a845a540dcaeeb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78a845a540dcaeeb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78a845a540dcaee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h78a845a540dcaee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17450" y="1393850"/>
            <a:ext cx="5437200" cy="17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RuthStudioCapilar - Digitalización FASE 2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354025" y="3343525"/>
            <a:ext cx="41475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Integrantes: </a:t>
            </a:r>
            <a:br>
              <a:rPr lang="es"/>
            </a:br>
            <a:r>
              <a:rPr lang="es"/>
              <a:t>Felipe Huentemilla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Hector Torres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Profesor: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Reginaldo del Carmen Salinas Bruna</a:t>
            </a:r>
            <a:br>
              <a:rPr lang="es"/>
            </a:br>
            <a:r>
              <a:rPr lang="es"/>
              <a:t>Sección</a:t>
            </a:r>
            <a:r>
              <a:rPr lang="es"/>
              <a:t>: 002D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Descripción del proyecto</a:t>
            </a:r>
            <a:endParaRPr sz="25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154600" y="1307850"/>
            <a:ext cx="7487400" cy="35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Problemática: Ineficiencia en la gestión de citas (teléfono/mensajes), provocando pérdida de tiempo, cruce de horarios y dobles reservas.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Falta de Control: La administración carece de herramientas para gestionar al personal de forma eficiente, y los trabajadores no visualizan su agenda del día.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Solución Propuestas: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Web responsive con 3 roles: cliente, trabajador y administrador.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Agendamiento según disponibilidad.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Gestión de personal, horarios, notificaciones y reportes.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Autenticación y permiso según el rol.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Objetivo</a:t>
            </a:r>
            <a:endParaRPr sz="2500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032400" y="1252375"/>
            <a:ext cx="7676400" cy="3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1466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Desarrollar un sistema web responsivo para automatizar la gestión de citas de RuthStudioCapilar.</a:t>
            </a:r>
            <a:endParaRPr sz="1466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43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b="1" lang="es" sz="1415">
                <a:solidFill>
                  <a:srgbClr val="78C3A4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1" sz="1415">
              <a:solidFill>
                <a:srgbClr val="78C3A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43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lang="es" sz="1684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Diseñar una base de datos escalable para usuarios, servicios, citas y horarios.</a:t>
            </a:r>
            <a:endParaRPr sz="1684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lang="es" sz="1684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Implementar autenticación con roles: cliente, trabajador y administrador.</a:t>
            </a:r>
            <a:endParaRPr sz="1684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lang="es" sz="1684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Desarrollar agendamiento con disponibilidad en tiempo real.</a:t>
            </a:r>
            <a:endParaRPr sz="1684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lang="es" sz="1684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Construir panel de administración para trabajadores, comisiones, permisos y reportes.</a:t>
            </a:r>
            <a:endParaRPr sz="1684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lang="es" sz="1684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Implementar notificaciones por nuevas citas o cancelaciones.</a:t>
            </a:r>
            <a:endParaRPr sz="1684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91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943800" y="1920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de caso de uso (Cliente)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500" y="1233900"/>
            <a:ext cx="4949501" cy="37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87" y="70600"/>
            <a:ext cx="8437325" cy="50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3807"/>
            <a:ext cx="9144000" cy="4455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74" y="1567551"/>
            <a:ext cx="2556825" cy="21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2500" y="1476500"/>
            <a:ext cx="6351523" cy="357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</a:t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conclusión, el desarrollo del sistema web para RuthStudioCapilar sigue avanzando de manera estructurada. Si bien hemos experimentado un ligero </a:t>
            </a:r>
            <a:r>
              <a:rPr lang="es"/>
              <a:t>retraso</a:t>
            </a:r>
            <a:r>
              <a:rPr lang="es"/>
              <a:t> respecto a nuestra planificación inicial, actualmente ya hemos logrado un 40% de avance real en el proyecto.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Estamos trabajando para ajustar los tiempos y tenemos plena confianza en que lograremos tener el sistema completamente funcional y terminado para la entrega final.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Para mostrar de una forma mas practica lo que hemos desarrollado hasta ahora pasaremos a mostrarles el caso de uso del cliente funcionando directamente en el sistema.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